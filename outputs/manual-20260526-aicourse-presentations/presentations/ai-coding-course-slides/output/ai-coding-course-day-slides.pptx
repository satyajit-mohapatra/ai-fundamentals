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ee9d3d69c24084" /><Relationship Type="http://schemas.openxmlformats.org/officeDocument/2006/relationships/extended-properties" Target="/docProps/app.xml" Id="R8ee996dbd0dd40a1" /><Relationship Type="http://schemas.openxmlformats.org/officeDocument/2006/relationships/officeDocument" Target="/ppt/presentation.xml" Id="Rf7f264087b7040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08d3f881d24b85"/>
  </p:sldMasterIdLst>
  <p:notesMasterIdLst>
    <p:notesMasterId xmlns:r="http://schemas.openxmlformats.org/officeDocument/2006/relationships" r:id="R014b7023f01644a3"/>
  </p:notesMasterIdLst>
  <p:sldIdLst>
    <p:sldId xmlns:r="http://schemas.openxmlformats.org/officeDocument/2006/relationships" id="256" r:id="R27cc21d4bdc14de6"/>
    <p:sldId xmlns:r="http://schemas.openxmlformats.org/officeDocument/2006/relationships" id="257" r:id="R861d327db9974644"/>
    <p:sldId xmlns:r="http://schemas.openxmlformats.org/officeDocument/2006/relationships" id="258" r:id="R851a42c7d37f4154"/>
    <p:sldId xmlns:r="http://schemas.openxmlformats.org/officeDocument/2006/relationships" id="259" r:id="Rbc097b27a0ae4d6f"/>
    <p:sldId xmlns:r="http://schemas.openxmlformats.org/officeDocument/2006/relationships" id="260" r:id="R77b081844ee04d4c"/>
    <p:sldId xmlns:r="http://schemas.openxmlformats.org/officeDocument/2006/relationships" id="261" r:id="Rfa7f2f3ee3e448bb"/>
    <p:sldId xmlns:r="http://schemas.openxmlformats.org/officeDocument/2006/relationships" id="262" r:id="R7a3fd66775ef4220"/>
    <p:sldId xmlns:r="http://schemas.openxmlformats.org/officeDocument/2006/relationships" id="263" r:id="R01dfa63715184b4b"/>
    <p:sldId xmlns:r="http://schemas.openxmlformats.org/officeDocument/2006/relationships" id="264" r:id="Rd9ee8c08eebf4e9b"/>
    <p:sldId xmlns:r="http://schemas.openxmlformats.org/officeDocument/2006/relationships" id="265" r:id="R95bf9951616245fe"/>
    <p:sldId xmlns:r="http://schemas.openxmlformats.org/officeDocument/2006/relationships" id="266" r:id="R80d18c62788944fa"/>
    <p:sldId xmlns:r="http://schemas.openxmlformats.org/officeDocument/2006/relationships" id="267" r:id="R1edaacc237054c66"/>
    <p:sldId xmlns:r="http://schemas.openxmlformats.org/officeDocument/2006/relationships" id="268" r:id="R8bf50e107c374789"/>
    <p:sldId xmlns:r="http://schemas.openxmlformats.org/officeDocument/2006/relationships" id="269" r:id="Re2eadd1f03254d1b"/>
    <p:sldId xmlns:r="http://schemas.openxmlformats.org/officeDocument/2006/relationships" id="270" r:id="R6c33d73491d443fa"/>
    <p:sldId xmlns:r="http://schemas.openxmlformats.org/officeDocument/2006/relationships" id="271" r:id="Rff6d746d226e4122"/>
    <p:sldId xmlns:r="http://schemas.openxmlformats.org/officeDocument/2006/relationships" id="272" r:id="R54d2d533f3394d95"/>
    <p:sldId xmlns:r="http://schemas.openxmlformats.org/officeDocument/2006/relationships" id="273" r:id="R6477adc7575c4937"/>
    <p:sldId xmlns:r="http://schemas.openxmlformats.org/officeDocument/2006/relationships" id="274" r:id="Re56a3947812847e7"/>
    <p:sldId xmlns:r="http://schemas.openxmlformats.org/officeDocument/2006/relationships" id="275" r:id="R12e267db0af342b2"/>
    <p:sldId xmlns:r="http://schemas.openxmlformats.org/officeDocument/2006/relationships" id="276" r:id="R5d364a1ef1144dc2"/>
    <p:sldId xmlns:r="http://schemas.openxmlformats.org/officeDocument/2006/relationships" id="277" r:id="R127d81dacb2f4c04"/>
    <p:sldId xmlns:r="http://schemas.openxmlformats.org/officeDocument/2006/relationships" id="278" r:id="R4b65bcc9d8444635"/>
    <p:sldId xmlns:r="http://schemas.openxmlformats.org/officeDocument/2006/relationships" id="279" r:id="R3318abd39ebc4b50"/>
    <p:sldId xmlns:r="http://schemas.openxmlformats.org/officeDocument/2006/relationships" id="280" r:id="R8d3b5dfb0c8b42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08d3f881d24b85" /><Relationship Type="http://schemas.openxmlformats.org/officeDocument/2006/relationships/theme" Target="/ppt/theme/theme1.xml" Id="Rddde5d20878043b2" /><Relationship Type="http://schemas.openxmlformats.org/officeDocument/2006/relationships/notesMaster" Target="/ppt/notesMasters/notesMaster1.xml" Id="R014b7023f01644a3" /><Relationship Type="http://schemas.openxmlformats.org/officeDocument/2006/relationships/presProps" Target="/ppt/presProps.xml" Id="R08562b09f56a41f0" /><Relationship Type="http://schemas.openxmlformats.org/officeDocument/2006/relationships/viewProps" Target="/ppt/viewProps.xml" Id="Red9d6b58233f4ee3" /><Relationship Type="http://schemas.openxmlformats.org/officeDocument/2006/relationships/tableStyles" Target="/ppt/tableStyles.xml" Id="Rce618eb1b3bd4638" /><Relationship Type="http://schemas.openxmlformats.org/officeDocument/2006/relationships/slide" Target="/ppt/slides/slide1.xml" Id="R27cc21d4bdc14de6" /><Relationship Type="http://schemas.openxmlformats.org/officeDocument/2006/relationships/slide" Target="/ppt/slides/slide2.xml" Id="R861d327db9974644" /><Relationship Type="http://schemas.openxmlformats.org/officeDocument/2006/relationships/slide" Target="/ppt/slides/slide3.xml" Id="R851a42c7d37f4154" /><Relationship Type="http://schemas.openxmlformats.org/officeDocument/2006/relationships/slide" Target="/ppt/slides/slide4.xml" Id="Rbc097b27a0ae4d6f" /><Relationship Type="http://schemas.openxmlformats.org/officeDocument/2006/relationships/slide" Target="/ppt/slides/slide5.xml" Id="R77b081844ee04d4c" /><Relationship Type="http://schemas.openxmlformats.org/officeDocument/2006/relationships/slide" Target="/ppt/slides/slide6.xml" Id="Rfa7f2f3ee3e448bb" /><Relationship Type="http://schemas.openxmlformats.org/officeDocument/2006/relationships/slide" Target="/ppt/slides/slide7.xml" Id="R7a3fd66775ef4220" /><Relationship Type="http://schemas.openxmlformats.org/officeDocument/2006/relationships/slide" Target="/ppt/slides/slide8.xml" Id="R01dfa63715184b4b" /><Relationship Type="http://schemas.openxmlformats.org/officeDocument/2006/relationships/slide" Target="/ppt/slides/slide9.xml" Id="Rd9ee8c08eebf4e9b" /><Relationship Type="http://schemas.openxmlformats.org/officeDocument/2006/relationships/slide" Target="/ppt/slides/slide10.xml" Id="R95bf9951616245fe" /><Relationship Type="http://schemas.openxmlformats.org/officeDocument/2006/relationships/slide" Target="/ppt/slides/slide11.xml" Id="R80d18c62788944fa" /><Relationship Type="http://schemas.openxmlformats.org/officeDocument/2006/relationships/slide" Target="/ppt/slides/slide12.xml" Id="R1edaacc237054c66" /><Relationship Type="http://schemas.openxmlformats.org/officeDocument/2006/relationships/slide" Target="/ppt/slides/slide13.xml" Id="R8bf50e107c374789" /><Relationship Type="http://schemas.openxmlformats.org/officeDocument/2006/relationships/slide" Target="/ppt/slides/slide14.xml" Id="Re2eadd1f03254d1b" /><Relationship Type="http://schemas.openxmlformats.org/officeDocument/2006/relationships/slide" Target="/ppt/slides/slide15.xml" Id="R6c33d73491d443fa" /><Relationship Type="http://schemas.openxmlformats.org/officeDocument/2006/relationships/slide" Target="/ppt/slides/slide16.xml" Id="Rff6d746d226e4122" /><Relationship Type="http://schemas.openxmlformats.org/officeDocument/2006/relationships/slide" Target="/ppt/slides/slide17.xml" Id="R54d2d533f3394d95" /><Relationship Type="http://schemas.openxmlformats.org/officeDocument/2006/relationships/slide" Target="/ppt/slides/slide18.xml" Id="R6477adc7575c4937" /><Relationship Type="http://schemas.openxmlformats.org/officeDocument/2006/relationships/slide" Target="/ppt/slides/slide19.xml" Id="Re56a3947812847e7" /><Relationship Type="http://schemas.openxmlformats.org/officeDocument/2006/relationships/slide" Target="/ppt/slides/slide20.xml" Id="R12e267db0af342b2" /><Relationship Type="http://schemas.openxmlformats.org/officeDocument/2006/relationships/slide" Target="/ppt/slides/slide21.xml" Id="R5d364a1ef1144dc2" /><Relationship Type="http://schemas.openxmlformats.org/officeDocument/2006/relationships/slide" Target="/ppt/slides/slide22.xml" Id="R127d81dacb2f4c04" /><Relationship Type="http://schemas.openxmlformats.org/officeDocument/2006/relationships/slide" Target="/ppt/slides/slide23.xml" Id="R4b65bcc9d8444635" /><Relationship Type="http://schemas.openxmlformats.org/officeDocument/2006/relationships/slide" Target="/ppt/slides/slide24.xml" Id="R3318abd39ebc4b50" /><Relationship Type="http://schemas.openxmlformats.org/officeDocument/2006/relationships/slide" Target="/ppt/slides/slide25.xml" Id="R8d3b5dfb0c8b42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b7613ab794644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4e6f7ff8334385" /><Relationship Type="http://schemas.openxmlformats.org/officeDocument/2006/relationships/notesMaster" Target="/ppt/notesMasters/notesMaster1.xml" Id="Rc4d2f74b0ac84e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315b50e0994018" /><Relationship Type="http://schemas.openxmlformats.org/officeDocument/2006/relationships/notesMaster" Target="/ppt/notesMasters/notesMaster1.xml" Id="Ra95a2654f9f641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8b5cf54efe4a09" /><Relationship Type="http://schemas.openxmlformats.org/officeDocument/2006/relationships/notesMaster" Target="/ppt/notesMasters/notesMaster1.xml" Id="Rb818e15e7b0848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4f90e81ea2497a" /><Relationship Type="http://schemas.openxmlformats.org/officeDocument/2006/relationships/notesMaster" Target="/ppt/notesMasters/notesMaster1.xml" Id="Rd44d835698004b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bbf4a18e944158" /><Relationship Type="http://schemas.openxmlformats.org/officeDocument/2006/relationships/notesMaster" Target="/ppt/notesMasters/notesMaster1.xml" Id="Rc85227ffb91447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9615c06fbd4393" /><Relationship Type="http://schemas.openxmlformats.org/officeDocument/2006/relationships/notesMaster" Target="/ppt/notesMasters/notesMaster1.xml" Id="R9bbd39c7f23e41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718652efc347e4" /><Relationship Type="http://schemas.openxmlformats.org/officeDocument/2006/relationships/notesMaster" Target="/ppt/notesMasters/notesMaster1.xml" Id="Rc175dbc30d1a4f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a38ecba21445f5" /><Relationship Type="http://schemas.openxmlformats.org/officeDocument/2006/relationships/notesMaster" Target="/ppt/notesMasters/notesMaster1.xml" Id="R6f24230895944f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1add16673413d" /><Relationship Type="http://schemas.openxmlformats.org/officeDocument/2006/relationships/notesMaster" Target="/ppt/notesMasters/notesMaster1.xml" Id="Red0f193e27f14db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bd242fbfd74202" /><Relationship Type="http://schemas.openxmlformats.org/officeDocument/2006/relationships/notesMaster" Target="/ppt/notesMasters/notesMaster1.xml" Id="R73f50b14e36c40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79bcb818334268" /><Relationship Type="http://schemas.openxmlformats.org/officeDocument/2006/relationships/notesMaster" Target="/ppt/notesMasters/notesMaster1.xml" Id="R3985b84eaa8b40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56b5e698c54ac1" /><Relationship Type="http://schemas.openxmlformats.org/officeDocument/2006/relationships/notesMaster" Target="/ppt/notesMasters/notesMaster1.xml" Id="R73611be0079746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950524b0794caa" /><Relationship Type="http://schemas.openxmlformats.org/officeDocument/2006/relationships/notesMaster" Target="/ppt/notesMasters/notesMaster1.xml" Id="R70ff432ce30348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78ba1389a24c06" /><Relationship Type="http://schemas.openxmlformats.org/officeDocument/2006/relationships/notesMaster" Target="/ppt/notesMasters/notesMaster1.xml" Id="R8691f9a827c14d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367ca9d40d44cef" /><Relationship Type="http://schemas.openxmlformats.org/officeDocument/2006/relationships/notesMaster" Target="/ppt/notesMasters/notesMaster1.xml" Id="Ra0b40052058848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29ab90a0a24ef1" /><Relationship Type="http://schemas.openxmlformats.org/officeDocument/2006/relationships/notesMaster" Target="/ppt/notesMasters/notesMaster1.xml" Id="Rc62bf48cd8bc42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31f4fec2154713" /><Relationship Type="http://schemas.openxmlformats.org/officeDocument/2006/relationships/notesMaster" Target="/ppt/notesMasters/notesMaster1.xml" Id="R9270fb81716043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2b3f368b3d4a58" /><Relationship Type="http://schemas.openxmlformats.org/officeDocument/2006/relationships/notesMaster" Target="/ppt/notesMasters/notesMaster1.xml" Id="Rda0fa20b4bc14a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e254db33634b2b" /><Relationship Type="http://schemas.openxmlformats.org/officeDocument/2006/relationships/notesMaster" Target="/ppt/notesMasters/notesMaster1.xml" Id="Ra08b75b62b204e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74f62baf2e4800" /><Relationship Type="http://schemas.openxmlformats.org/officeDocument/2006/relationships/notesMaster" Target="/ppt/notesMasters/notesMaster1.xml" Id="R913c04174f7c49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cdef5696fb44412" /><Relationship Type="http://schemas.openxmlformats.org/officeDocument/2006/relationships/notesMaster" Target="/ppt/notesMasters/notesMaster1.xml" Id="R75a8f9c5b99e46f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bcae0b43484215" /><Relationship Type="http://schemas.openxmlformats.org/officeDocument/2006/relationships/notesMaster" Target="/ppt/notesMasters/notesMaster1.xml" Id="Rb210df151bb64f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a508d87dd24686" /><Relationship Type="http://schemas.openxmlformats.org/officeDocument/2006/relationships/notesMaster" Target="/ppt/notesMasters/notesMaster1.xml" Id="R4e1a0f9ae1834c4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ed7f79e5f54f6d" /><Relationship Type="http://schemas.openxmlformats.org/officeDocument/2006/relationships/notesMaster" Target="/ppt/notesMasters/notesMaster1.xml" Id="Re1c689c03011454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888eaf45c7843af" /><Relationship Type="http://schemas.openxmlformats.org/officeDocument/2006/relationships/notesMaster" Target="/ppt/notesMasters/notesMaster1.xml" Id="R5b151b11555144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80d5003b8419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04b9d6a88bc445e" /><Relationship Type="http://schemas.openxmlformats.org/officeDocument/2006/relationships/slideLayout" Target="/ppt/slideLayouts/slideLayout2.xml" Id="Raaf9c8e9475f43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f9c8e9475f43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0f86237ae74e34" /><Relationship Type="http://schemas.openxmlformats.org/officeDocument/2006/relationships/image" Target="/ppt/media/image.png" Id="R8f0b6bfc3a7f4bbe" /><Relationship Type="http://schemas.openxmlformats.org/officeDocument/2006/relationships/notesSlide" Target="/ppt/notesSlides/notesSlide1.xml" Id="R9a14f4157de641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eea4a185bb496d" /><Relationship Type="http://schemas.openxmlformats.org/officeDocument/2006/relationships/image" Target="/ppt/media/image2.png" Id="R1411a454113b48ed" /><Relationship Type="http://schemas.openxmlformats.org/officeDocument/2006/relationships/notesSlide" Target="/ppt/notesSlides/notesSlide2.xml" Id="Rb9941e66d14f43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595eb273174694" /><Relationship Type="http://schemas.openxmlformats.org/officeDocument/2006/relationships/image" Target="/ppt/media/image3.png" Id="R958594df4475490b" /><Relationship Type="http://schemas.openxmlformats.org/officeDocument/2006/relationships/notesSlide" Target="/ppt/notesSlides/notesSlide3.xml" Id="Re6d5d04402614c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dc921ad67246bf" /><Relationship Type="http://schemas.openxmlformats.org/officeDocument/2006/relationships/image" Target="/ppt/media/image4.png" Id="R452eee76f29f4a3e" /><Relationship Type="http://schemas.openxmlformats.org/officeDocument/2006/relationships/notesSlide" Target="/ppt/notesSlides/notesSlide4.xml" Id="R61a60f75a35b4d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b5c6e3093a442f" /><Relationship Type="http://schemas.openxmlformats.org/officeDocument/2006/relationships/image" Target="/ppt/media/image5.png" Id="R32ce8d8c02c74261" /><Relationship Type="http://schemas.openxmlformats.org/officeDocument/2006/relationships/notesSlide" Target="/ppt/notesSlides/notesSlide5.xml" Id="Rc3650504273b4d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8f73b2cadd4531" /><Relationship Type="http://schemas.openxmlformats.org/officeDocument/2006/relationships/image" Target="/ppt/media/image6.png" Id="Rc0e17178d0a64325" /><Relationship Type="http://schemas.openxmlformats.org/officeDocument/2006/relationships/notesSlide" Target="/ppt/notesSlides/notesSlide6.xml" Id="R35c6e41422e14b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b1a2b7bdc14b7d" /><Relationship Type="http://schemas.openxmlformats.org/officeDocument/2006/relationships/image" Target="/ppt/media/image7.png" Id="R4d37a81d4ea34e37" /><Relationship Type="http://schemas.openxmlformats.org/officeDocument/2006/relationships/notesSlide" Target="/ppt/notesSlides/notesSlide7.xml" Id="Rbc9af8c584104d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5c266df2d04d3d" /><Relationship Type="http://schemas.openxmlformats.org/officeDocument/2006/relationships/image" Target="/ppt/media/image8.png" Id="R30fc3fad3f7b426b" /><Relationship Type="http://schemas.openxmlformats.org/officeDocument/2006/relationships/notesSlide" Target="/ppt/notesSlides/notesSlide8.xml" Id="R643b8ef40f1143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9a017c2cac495c" /><Relationship Type="http://schemas.openxmlformats.org/officeDocument/2006/relationships/image" Target="/ppt/media/image9.png" Id="Rf98511c5e4ca43f2" /><Relationship Type="http://schemas.openxmlformats.org/officeDocument/2006/relationships/notesSlide" Target="/ppt/notesSlides/notesSlide9.xml" Id="Rd449150096f243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656a87f8b546ad" /><Relationship Type="http://schemas.openxmlformats.org/officeDocument/2006/relationships/image" Target="/ppt/media/image10.png" Id="Ree081c80ab0d4110" /><Relationship Type="http://schemas.openxmlformats.org/officeDocument/2006/relationships/notesSlide" Target="/ppt/notesSlides/notesSlide10.xml" Id="R91a1761b23dd44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2fd0d392784537" /><Relationship Type="http://schemas.openxmlformats.org/officeDocument/2006/relationships/image" Target="/ppt/media/image11.png" Id="Rfd5a3b71049546bb" /><Relationship Type="http://schemas.openxmlformats.org/officeDocument/2006/relationships/notesSlide" Target="/ppt/notesSlides/notesSlide11.xml" Id="R50ec0b08019849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32f629b6f14b91" /><Relationship Type="http://schemas.openxmlformats.org/officeDocument/2006/relationships/image" Target="/ppt/media/image12.png" Id="R931b161e6b714239" /><Relationship Type="http://schemas.openxmlformats.org/officeDocument/2006/relationships/notesSlide" Target="/ppt/notesSlides/notesSlide12.xml" Id="Rd0e9edfc2f4b44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61bc9a0f0945ee" /><Relationship Type="http://schemas.openxmlformats.org/officeDocument/2006/relationships/image" Target="/ppt/media/image13.png" Id="R5c534b12f1dc4c4b" /><Relationship Type="http://schemas.openxmlformats.org/officeDocument/2006/relationships/notesSlide" Target="/ppt/notesSlides/notesSlide13.xml" Id="R2e3b079d0acf47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0c1b21cbf346e0" /><Relationship Type="http://schemas.openxmlformats.org/officeDocument/2006/relationships/image" Target="/ppt/media/image14.png" Id="R82ec46d5f04b4f17" /><Relationship Type="http://schemas.openxmlformats.org/officeDocument/2006/relationships/notesSlide" Target="/ppt/notesSlides/notesSlide14.xml" Id="R8c9d620ed37b46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4ba096a24457a" /><Relationship Type="http://schemas.openxmlformats.org/officeDocument/2006/relationships/image" Target="/ppt/media/image15.png" Id="Rba7becaf896d4dea" /><Relationship Type="http://schemas.openxmlformats.org/officeDocument/2006/relationships/notesSlide" Target="/ppt/notesSlides/notesSlide15.xml" Id="Re1aeef1d61ee44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98ac80f2754d36" /><Relationship Type="http://schemas.openxmlformats.org/officeDocument/2006/relationships/image" Target="/ppt/media/image16.png" Id="R4a8242ee9f724128" /><Relationship Type="http://schemas.openxmlformats.org/officeDocument/2006/relationships/notesSlide" Target="/ppt/notesSlides/notesSlide16.xml" Id="R0f516a09e7a34b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41b2eb654840b5" /><Relationship Type="http://schemas.openxmlformats.org/officeDocument/2006/relationships/image" Target="/ppt/media/image17.png" Id="R23b5ecb4b05442cc" /><Relationship Type="http://schemas.openxmlformats.org/officeDocument/2006/relationships/notesSlide" Target="/ppt/notesSlides/notesSlide17.xml" Id="Re3c4d2d8e2bd4e4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f2e1a42e3144c0" /><Relationship Type="http://schemas.openxmlformats.org/officeDocument/2006/relationships/image" Target="/ppt/media/image18.png" Id="R0ca13859e4d74b70" /><Relationship Type="http://schemas.openxmlformats.org/officeDocument/2006/relationships/notesSlide" Target="/ppt/notesSlides/notesSlide18.xml" Id="Re74d31aef31e435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8a5c65dbf44cc6" /><Relationship Type="http://schemas.openxmlformats.org/officeDocument/2006/relationships/image" Target="/ppt/media/image19.png" Id="R8817b51523f64cb9" /><Relationship Type="http://schemas.openxmlformats.org/officeDocument/2006/relationships/notesSlide" Target="/ppt/notesSlides/notesSlide19.xml" Id="R91269103146547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5e2d0a5c5f4104" /><Relationship Type="http://schemas.openxmlformats.org/officeDocument/2006/relationships/image" Target="/ppt/media/image20.png" Id="Rd5fa74c5ede549eb" /><Relationship Type="http://schemas.openxmlformats.org/officeDocument/2006/relationships/notesSlide" Target="/ppt/notesSlides/notesSlide20.xml" Id="Rb2e4336b199e4bf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2ea25f3c5e4f18" /><Relationship Type="http://schemas.openxmlformats.org/officeDocument/2006/relationships/image" Target="/ppt/media/image21.png" Id="Re00e57eb0b154627" /><Relationship Type="http://schemas.openxmlformats.org/officeDocument/2006/relationships/notesSlide" Target="/ppt/notesSlides/notesSlide21.xml" Id="R4c5be4be770347f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4d6df65d904689" /><Relationship Type="http://schemas.openxmlformats.org/officeDocument/2006/relationships/image" Target="/ppt/media/image22.png" Id="Re2783a265012429a" /><Relationship Type="http://schemas.openxmlformats.org/officeDocument/2006/relationships/notesSlide" Target="/ppt/notesSlides/notesSlide22.xml" Id="Rc0bd48cc2c72420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56117c3926419c" /><Relationship Type="http://schemas.openxmlformats.org/officeDocument/2006/relationships/image" Target="/ppt/media/image23.png" Id="Rdb756599890a4017" /><Relationship Type="http://schemas.openxmlformats.org/officeDocument/2006/relationships/notesSlide" Target="/ppt/notesSlides/notesSlide23.xml" Id="R42d45b52a39641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47095225454abf" /><Relationship Type="http://schemas.openxmlformats.org/officeDocument/2006/relationships/image" Target="/ppt/media/image24.png" Id="R376c9e2ed17a49ca" /><Relationship Type="http://schemas.openxmlformats.org/officeDocument/2006/relationships/notesSlide" Target="/ppt/notesSlides/notesSlide24.xml" Id="R92a19468dcf146c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d0f8a45ea54631" /><Relationship Type="http://schemas.openxmlformats.org/officeDocument/2006/relationships/image" Target="/ppt/media/image25.png" Id="Rb439c3db46d34a71" /><Relationship Type="http://schemas.openxmlformats.org/officeDocument/2006/relationships/notesSlide" Target="/ppt/notesSlides/notesSlide25.xml" Id="Rfc016c0045bf4f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1DB6CB-B551-4064-A938-8E88E65D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29881-310C-4CDB-9A47-1598C773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48AE8-7678-4DCB-BED2-DC92B441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DEACC-9604-48EF-8C47-DFB345C5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b6bfc3a7f4bbe"/>
          <a:stretch xmlns:a="http://schemas.openxmlformats.org/drawingml/2006/main"/>
        </p:blipFill>
        <p:spPr>
          <a:xfrm xmlns:a="http://schemas.openxmlformats.org/drawingml/2006/main">
            <a:off x="6096000" y="1062038"/>
            <a:ext cx="5334000" cy="3000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22E4A7-04EA-435F-995D-BBDDA0D0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COURSE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CE2DB-8637-4604-AAFE-2BD4EC37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AI Coding for Real Engineers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ABB61-8E7D-4726-B412-D4EF0A7C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Teach agents as engineering workflow, not magic code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A9886A-F941-486B-BE00-A61C70C3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230F1-E745-4F38-B409-C8CA78A9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Two-week arc from setup to AFK/HITL workflows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5EA95-8C5A-46C9-A2E0-DC101AD2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8DFF1-9A1D-453E-AFAD-27D78654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Running sample app: CourseForge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73705-5BCF-4C1F-B4A6-E3336DA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1273B-C5FE-46D5-B909-D953486C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Every day ends with a concrete student artifact</a:t>
            </a:r>
          </a:p>
        </p:txBody>
      </p:sp>
    </p:spTree>
    <p:extLst>
      <p:ext uri="{BB962C8B-B14F-4D97-AF65-F5344CB8AC3E}">
        <p14:creationId xmlns:p14="http://schemas.microsoft.com/office/powerpoint/2010/main" val="7265699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64D02-C189-44E7-8CB0-404FD0CE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D141D-4957-4E51-AF57-97C1DBD6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6B6B4-A6EA-452B-903C-8070AD32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DDBCD-598D-4B0C-9F13-83025313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84172-0C99-443A-8C2A-EB7F90D8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Course 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5AB31-5363-48FD-8864-2862C49F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winning workflow is the middle path between over-delegating and under-delegating.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5B19F-64C5-4855-8177-FFB1BBFC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6675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1a454113b48ed"/>
          <a:stretch xmlns:a="http://schemas.openxmlformats.org/drawingml/2006/main"/>
        </p:blipFill>
        <p:spPr>
          <a:xfrm xmlns:a="http://schemas.openxmlformats.org/drawingml/2006/main">
            <a:off x="6477000" y="8364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7A8F5-6B2B-49F9-937D-CD122025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A5393-BD49-4D28-BAB9-C760D3D1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Works across terminal, CLI, IDE, and hosted agent harnesses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78A11-0F95-4539-A6E2-4FBFF8C4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E9FD3-C83B-42D5-958E-9B5E16CF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Delegate bounded work to move faster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89CFC-BD56-402F-9EAB-ADE02E6E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CDD22-6ABA-4157-9EDF-DD9B7766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Keep product judgment and risk ownership human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1FCC3C-D82F-481F-B96B-BE5CEB50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4DB9C-13BC-4BE0-BB73-3AC296FA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evidence loops to preserve codebase sense</a:t>
            </a:r>
          </a:p>
        </p:txBody>
      </p:sp>
    </p:spTree>
    <p:extLst>
      <p:ext uri="{BB962C8B-B14F-4D97-AF65-F5344CB8AC3E}">
        <p14:creationId xmlns:p14="http://schemas.microsoft.com/office/powerpoint/2010/main" val="20040455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01A806-3E17-458F-99CD-F57493A7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D6CA6-854A-4F01-87E7-F996F5B5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81B5D-8D7C-40A2-9281-BC32DC43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2E3D3-B8F1-4C5A-AD54-5EA8C5FF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BUILD THREAD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514B0-E5C0-41DD-BA84-879FB650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Running Sample App: CourseForge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CB97B-9553-4109-91BD-9A62C5C6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Students build a production-style course creation workspace in thin slices.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D14851-B516-4C3B-9015-E07C70D5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EE61F-5E9A-4FCB-A749-BF24D63C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Courses, modules, lessons, scripts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D538C-9449-4AA9-8966-2E9A8E44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FD5CA-0878-4306-8082-91ADAD26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AI writing modes and review states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3931D-5813-4825-87D8-CB7F7606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D4AD0-6A03-4AA6-A39F-79996755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Publishing tasks, backlog, Kanban, capstone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A5D38-B18D-476A-95B1-F922B893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1915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8594df4475490b"/>
          <a:stretch xmlns:a="http://schemas.openxmlformats.org/drawingml/2006/main"/>
        </p:blipFill>
        <p:spPr>
          <a:xfrm xmlns:a="http://schemas.openxmlformats.org/drawingml/2006/main">
            <a:off x="6381750" y="1188244"/>
            <a:ext cx="4953000" cy="2786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893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9BAA73-573F-448A-AEC3-B1AEF019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BD646-79C9-4165-A74D-C4A7DB5E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F445C-8D0D-420B-9A9D-B6436168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78D3E-30DD-403D-8331-25D00779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609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COURSE 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495F3-A99C-478B-B3B3-4054C104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609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Two-Week Learning Arc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11E7A-95C4-4E15-8BBE-57CDE03B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096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Week 1 builds control; Week 2 scales that control across agents and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611CD-F638-46ED-B900-F24E4901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66750"/>
            <a:ext cx="3714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eee76f29f4a3e"/>
          <a:stretch xmlns:a="http://schemas.openxmlformats.org/drawingml/2006/main"/>
        </p:blipFill>
        <p:spPr>
          <a:xfrm xmlns:a="http://schemas.openxmlformats.org/drawingml/2006/main">
            <a:off x="7048500" y="860227"/>
            <a:ext cx="3714750" cy="208954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2F4F4-044E-4057-824B-39EF96AB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96D57-EE40-45D2-8CC6-774A6BA4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47F6B-214E-4596-93CE-812C5DA5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433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5B319-73EF-428A-91A6-15A61EAF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33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Fundamentals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E419FC-C314-494A-980E-38A2D2E4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433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B1D81E-5FC2-4240-B29E-30AE4253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33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Steering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AE646-222D-4983-B151-85278A69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433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8188C-4B4E-4B0B-90CC-88DF65C4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33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C7CE8-9905-4469-BB1D-0F0515FA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433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8F3DD-3929-4E5D-B53E-22F8F8C6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133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85B06-6884-41D0-9613-4E481840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1314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31991-8149-4A96-A4BF-D978CEE4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33850"/>
            <a:ext cx="1162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AFK/HITL</a:t>
            </a:r>
          </a:p>
        </p:txBody>
      </p:sp>
    </p:spTree>
    <p:extLst>
      <p:ext uri="{BB962C8B-B14F-4D97-AF65-F5344CB8AC3E}">
        <p14:creationId xmlns:p14="http://schemas.microsoft.com/office/powerpoint/2010/main" val="1423186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43141A-0DC2-4A1A-9534-13E22993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1D943-08A8-4860-A488-8051EA8F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417A1-304B-47ED-BB42-C2F54CE6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DBFE2-374D-4413-8803-8E464EEC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e8d8c02c74261"/>
          <a:stretch xmlns:a="http://schemas.openxmlformats.org/drawingml/2006/main"/>
        </p:blipFill>
        <p:spPr>
          <a:xfrm xmlns:a="http://schemas.openxmlformats.org/drawingml/2006/main">
            <a:off x="533400" y="982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AA6D7-51A8-4465-A109-25E89539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AVAILABLE MAY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EC394-8D84-46D2-A937-C85DBB9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01 - Before We 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871DD-82A7-42F7-9BD2-BF55C10D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Orient students around safety, setup, community, and the final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48BF1-1219-4FA8-966B-20E2C9D1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7F395-96B1-4E42-9653-668A2B8F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Set course expectations and Discord norms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BD2E0-7847-4694-90E6-B84E7025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7723E-58B0-425B-9133-6EF116E9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Set up repo, migrations, and your chosen harness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1E956-547D-4867-BD07-085F469B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609BE-9A62-4721-8444-4E58DEA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Create first setup notes and migration checklist</a:t>
            </a:r>
          </a:p>
        </p:txBody>
      </p:sp>
    </p:spTree>
    <p:extLst>
      <p:ext uri="{BB962C8B-B14F-4D97-AF65-F5344CB8AC3E}">
        <p14:creationId xmlns:p14="http://schemas.microsoft.com/office/powerpoint/2010/main" val="13164741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8B992E-8A9D-4122-A770-766277CA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89D64-664D-4FE0-AFEA-8704F7DA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8344F-EB0C-4337-AC71-E7A5FBE5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6DB20-7E7D-484C-908B-8C4EC7CE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23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EDFB7-7351-4341-9A64-CF0595EE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Day 01 Student Tasks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9A4F8-7331-4102-A2F1-BE62DA5F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23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Students leave with a known baseline and a personal AI coding policy.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8C014-C891-44A9-AF3D-729BD490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295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17178d0a64325"/>
          <a:stretch xmlns:a="http://schemas.openxmlformats.org/drawingml/2006/main"/>
        </p:blipFill>
        <p:spPr>
          <a:xfrm xmlns:a="http://schemas.openxmlformats.org/drawingml/2006/main">
            <a:off x="7239000" y="1016794"/>
            <a:ext cx="3429000" cy="192881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C1E6C-3194-444C-9D69-4545B669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40B2D-2777-458B-9698-BD80189A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CourseForge setup notes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E0FCA-53F3-42EE-856C-C764B681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0CF6C-9661-4764-BB24-08F2E6EB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Migration safety checklist for ScriptDraft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FF905-3CA5-427F-BDC3-10EC7174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DC956-0254-4479-8FF1-899E0F47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Office-hours question template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5664C-542C-4388-8281-9F9CBA1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41A3A-9A43-40B1-9FEA-902F161B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Personal risk statement: what stays human-owned</a:t>
            </a:r>
          </a:p>
        </p:txBody>
      </p:sp>
    </p:spTree>
    <p:extLst>
      <p:ext uri="{BB962C8B-B14F-4D97-AF65-F5344CB8AC3E}">
        <p14:creationId xmlns:p14="http://schemas.microsoft.com/office/powerpoint/2010/main" val="11260759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47ED38-F365-40EC-A0BA-CE8D243F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C3CC1-4061-4DB9-B036-FE562549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EFBA1-8CB0-4AD1-862D-E2C7478B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C5B47-DC29-44B0-8A3E-85F3CF4F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7a81d4ea34e37"/>
          <a:stretch xmlns:a="http://schemas.openxmlformats.org/drawingml/2006/main"/>
        </p:blipFill>
        <p:spPr>
          <a:xfrm xmlns:a="http://schemas.openxmlformats.org/drawingml/2006/main">
            <a:off x="533400" y="982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F5A65-E2B3-4C85-95CB-78BE25DE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AVAILABLE MAY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6FAC5-A41C-4C0F-BC75-051FC120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02 - Getting To Know Your Agent Harness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36661-4611-44B3-9052-A5B728BC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agent becomes useful when sessions, prompts, commands, and permissions are explicit.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B480D-1174-45B0-A8DA-E0A1C058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3CB862-F900-4251-89E5-6AC625C3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Manage current repo and session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A5E84-00D1-49C9-BEBE-2B132439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5B23D-EBCB-4052-85A7-2B992142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Prompt with goal, scope, constraints, done condition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EFB95-E36A-4182-B846-A01708B3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6424B-D6EF-4D59-93DB-2542B499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shell commands as evidence</a:t>
            </a:r>
          </a:p>
        </p:txBody>
      </p:sp>
    </p:spTree>
    <p:extLst>
      <p:ext uri="{BB962C8B-B14F-4D97-AF65-F5344CB8AC3E}">
        <p14:creationId xmlns:p14="http://schemas.microsoft.com/office/powerpoint/2010/main" val="20794928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E616C7-61EF-459D-9575-BDB3F68E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43A3D-A617-4561-8982-D11391F1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DA8BC-02A0-41F8-A29C-C1944F00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9CA19-784D-4C95-863C-6CB7FB03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COURSEFORGE ORIENTATION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39F6C-D270-4EB4-88D3-E1EB50C7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Agent Harness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D0C1A-9DBC-42F1-B471-B51A4A8A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First contact with a repo should be read-only in any tool.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E14E3-2575-49ED-B523-9A3100CD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62314-F394-4AAA-AE55-AF31C6E3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Translate the loop to your chosen harness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21510-BE36-470F-9ADB-B559FAC3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7BCCC-FC53-49AF-A3E3-96A12846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Ask the agent to inspect CourseForge without edits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8667F4-B64B-42B0-89AA-CC8625BA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CFA7B-45D6-42D5-8A21-52688A2D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Create a session-start worksheet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20712-7AA3-4DFB-BDD6-DB3E77E7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1A4FA7-D79B-4771-AE04-BC490FA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Define a permission policy for risky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15DB8-1B57-4507-979E-4119535C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1915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c3fad3f7b426b"/>
          <a:stretch xmlns:a="http://schemas.openxmlformats.org/drawingml/2006/main"/>
        </p:blipFill>
        <p:spPr>
          <a:xfrm xmlns:a="http://schemas.openxmlformats.org/drawingml/2006/main">
            <a:off x="6381750" y="1188244"/>
            <a:ext cx="4953000" cy="2786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91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285F1B-3816-4F9A-90F5-4CC59FE8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FF03F-B20E-44EC-993F-ABB6F2C3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ABB1F-6523-42B6-9283-5B601B6D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62331-C54C-44D6-9F3D-E367CD22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511c5e4ca43f2"/>
          <a:stretch xmlns:a="http://schemas.openxmlformats.org/drawingml/2006/main"/>
        </p:blipFill>
        <p:spPr>
          <a:xfrm xmlns:a="http://schemas.openxmlformats.org/drawingml/2006/main">
            <a:off x="533400" y="982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BD4E80-63E9-48D8-A238-C9DECF63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AVAILABLE JUNE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CF963-729B-4666-A81F-C39A1155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03 - Day 1 Fundamentals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03058-1EB6-4F45-9233-C3928183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Students learn to control LLM uncertainty with exploration, subagents, verification, and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01D71-6E64-48A6-AD4B-BFD589C0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B0D43C-E8D8-4A0E-BE76-4AA130AB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LLMs are fluent, not automatically correct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6E318-ADE1-48EE-B627-9D554499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27715-06E6-4A85-BCC2-E89F9197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Subagents help with bounded side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EAE40-F4BE-4128-9F5D-ABF449C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6B4AB-4719-4AF4-B8BA-FF684420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Explore the codebase before building features</a:t>
            </a:r>
          </a:p>
        </p:txBody>
      </p:sp>
    </p:spTree>
    <p:extLst>
      <p:ext uri="{BB962C8B-B14F-4D97-AF65-F5344CB8AC3E}">
        <p14:creationId xmlns:p14="http://schemas.microsoft.com/office/powerpoint/2010/main" val="991712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63522B-2AC5-454C-A004-EF579252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2AE8A-CA7A-4792-BD74-A6A47ADA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B5235-4EE4-495B-90A9-13E29304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DFEB9-C296-4B87-BF43-77B38DC6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COURSEFORGE FEATURE SLICE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A6566-8A16-4240-9BF5-5E45ACF0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Day 1 Example: Lesson Status Filter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38845-417D-4CFE-A0EF-F142B7F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Build one small, verifiable feature after mapping the code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6B916-736F-49DD-9A49-A512F729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6675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81c80ab0d4110"/>
          <a:stretch xmlns:a="http://schemas.openxmlformats.org/drawingml/2006/main"/>
        </p:blipFill>
        <p:spPr>
          <a:xfrm xmlns:a="http://schemas.openxmlformats.org/drawingml/2006/main">
            <a:off x="6477000" y="8364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65DF42-14BD-41D9-B159-F83593CD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0B5CA-16A0-4A0F-BE71-40DA8150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Map entry point, core logic, and test location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B0DF9-DCCA-4BA4-B9EC-2F4BD9FE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D60D4-1B9B-41C1-B70A-0FACF5EA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Add a lesson status filter or duration display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13462-5A24-4993-BD9E-75DDA5AE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ABA25-434D-4E33-BCE3-E5A74C15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one check and write a handoff</a:t>
            </a:r>
          </a:p>
        </p:txBody>
      </p:sp>
    </p:spTree>
    <p:extLst>
      <p:ext uri="{BB962C8B-B14F-4D97-AF65-F5344CB8AC3E}">
        <p14:creationId xmlns:p14="http://schemas.microsoft.com/office/powerpoint/2010/main" val="9030239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4B1E72-CE57-4161-AE7F-4C47962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5BFAB-B091-4DB4-ABC5-5A3B5F4A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2BFF9-1B34-4A15-949C-D126DA43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37DC2-EFE2-4F75-85D7-6EDAB3DF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000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OPERATING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D7085-2564-4F80-AE55-2A3B3599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00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Grill, Execute, Clear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443BD-CA37-4D5A-9A02-F6D931DC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000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loop converts vague requests into repeatable progress.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56D7A-F6F5-445B-8E0B-B17D7A0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a3b71049546bb"/>
          <a:stretch xmlns:a="http://schemas.openxmlformats.org/drawingml/2006/main"/>
        </p:blipFill>
        <p:spPr>
          <a:xfrm xmlns:a="http://schemas.openxmlformats.org/drawingml/2006/main">
            <a:off x="1026583" y="2476500"/>
            <a:ext cx="4233333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4330F-EE61-409C-A94E-398B9B51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096A3-23F1-4D04-A618-9E57438C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Grill: scope, risks, acceptance, unknowns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84100-AB06-4DD0-A36D-1F30F350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756EB-3AC0-41F4-89A0-B5512721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527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Execute: one bounded slice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B049F-2BD9-4071-A954-0202EEC7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5E2D8-564E-48EA-8F7A-32327DBA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290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Clear: changed files, checks, risks, next step</a:t>
            </a:r>
          </a:p>
        </p:txBody>
      </p:sp>
    </p:spTree>
    <p:extLst>
      <p:ext uri="{BB962C8B-B14F-4D97-AF65-F5344CB8AC3E}">
        <p14:creationId xmlns:p14="http://schemas.microsoft.com/office/powerpoint/2010/main" val="197635802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75348-AAB1-43BD-9D6F-CA4AFDA2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D836A-06F8-442C-8F49-A5B99902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CDA04-6BCB-438A-A7A3-50838A6D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A8760-3B6F-4F8C-BF61-A395526E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b161e6b714239"/>
          <a:stretch xmlns:a="http://schemas.openxmlformats.org/drawingml/2006/main"/>
        </p:blipFill>
        <p:spPr>
          <a:xfrm xmlns:a="http://schemas.openxmlformats.org/drawingml/2006/main">
            <a:off x="533400" y="982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27D2F-FB78-4FCF-8544-BCF7E371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AVAILABLE JUNE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B12C5-4D99-4ABD-BF80-507E9310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04 - Day 2 Steering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85143-70A9-43CB-8EBB-47F66008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Persistent instructions make agent behavior more reliable across sessions.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9C57A-74F9-4B1E-9AE1-ED404737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8CDDB-736C-4085-B703-16B20685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Write actionable repo 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D8479-DFFE-4F57-AAA9-316469EC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38D4A-4CB1-4705-956F-CF8F7555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progressive disclosure to reduce context noise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A6BF0-0A3D-47B9-9169-C7449A08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5B88E-2FB5-4DE0-907D-15B82FE2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Package repeated work as reusable workflows</a:t>
            </a:r>
          </a:p>
        </p:txBody>
      </p:sp>
    </p:spTree>
    <p:extLst>
      <p:ext uri="{BB962C8B-B14F-4D97-AF65-F5344CB8AC3E}">
        <p14:creationId xmlns:p14="http://schemas.microsoft.com/office/powerpoint/2010/main" val="14970250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59826-9F1D-472E-AB08-A168BE6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85AAA-DC85-4F1A-A845-B37BE7C9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16C10-CEBB-40BF-851B-CB1E78CE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FE9F3-6873-4586-A71A-21A56DA4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23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COURSEFORGE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31E30-E0D1-4E47-AD3B-5A70BED0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Steering Assets Students Create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2A458-873F-4824-A50C-51FD7CBF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23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repo starts teaching the agent how work should happen.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B336C-56BB-4DDB-9CBB-58CFD6FE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295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34b12f1dc4c4b"/>
          <a:stretch xmlns:a="http://schemas.openxmlformats.org/drawingml/2006/main"/>
        </p:blipFill>
        <p:spPr>
          <a:xfrm xmlns:a="http://schemas.openxmlformats.org/drawingml/2006/main">
            <a:off x="7239000" y="1016794"/>
            <a:ext cx="3429000" cy="192881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98AE9-DF1B-4075-B7D4-710C2541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D88E0-0CF5-4CEE-BC3D-C47C78A9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Repo instructions with setup, tests, style,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828406-4D13-4482-A7CF-3368A77F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00D56-2C71-40B8-85DC-BEC86F3D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Module-specific notes for lessons/scripts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43E3A-D0A7-499C-A68E-3FC94F7E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4A172-95B5-47AC-B677-F59183B6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first workflow candidate: do-work, diagnose, or handoff</a:t>
            </a:r>
          </a:p>
        </p:txBody>
      </p:sp>
    </p:spTree>
    <p:extLst>
      <p:ext uri="{BB962C8B-B14F-4D97-AF65-F5344CB8AC3E}">
        <p14:creationId xmlns:p14="http://schemas.microsoft.com/office/powerpoint/2010/main" val="2562409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3BE4C-DB2E-4774-B9AE-2334BE5D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CA850-9475-4860-9E33-759D6507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C0EEF-FCF8-4975-9A67-5D6589A4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95D20-0CA7-4FC2-9976-585305B9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c46d5f04b4f17"/>
          <a:stretch xmlns:a="http://schemas.openxmlformats.org/drawingml/2006/main"/>
        </p:blipFill>
        <p:spPr>
          <a:xfrm xmlns:a="http://schemas.openxmlformats.org/drawingml/2006/main">
            <a:off x="533400" y="982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E6C65-FE08-40EE-A638-60B76945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AVAILABLE JUNE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8CA2D-734E-4CCD-8E95-0A13C17A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05 - Day 3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E3687-8329-4907-841B-1608BA69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Large tasks become safe when they are decomposed into evidence-producing phases.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7DD14-0411-47BD-A2BC-9E90F05A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B994D-8022-4F3D-8082-AD31234C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Write PRDs before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898548-0331-425A-AB71-C870FECB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325A5-F3F6-40E9-8F20-8278120E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Split work across context windows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1DD8F-F94B-4255-813C-4ABD7ABB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35D13F-5061-43F9-A8CB-8BABABF6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tracer bullets to prove risky paths</a:t>
            </a:r>
          </a:p>
        </p:txBody>
      </p:sp>
    </p:spTree>
    <p:extLst>
      <p:ext uri="{BB962C8B-B14F-4D97-AF65-F5344CB8AC3E}">
        <p14:creationId xmlns:p14="http://schemas.microsoft.com/office/powerpoint/2010/main" val="8808831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13E37D-3D95-456E-B40B-251D3CCE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100F5-AE94-45C1-9C28-391AAA89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F73B9-C86A-41B8-A2DF-B2A42FB0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2E09F-3996-48B8-9EB8-E323A5D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COURSEFORGE LARGER FEATURE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E7375-1FD3-4B24-98FA-039E0F3B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Planning Example: AI Writing 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065B1-5EB3-4294-8873-2B526E38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first phase should prove the integration path, not polish the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E5D0A-32DB-4E96-8363-35A8DF43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D76D1-4983-4BD2-A761-CA6B1BA0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PRD: hook, recap, exercise, rewrite modes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870A2-97DC-4C1C-A1D2-075E8C03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DA470-098C-4F04-ACE5-D4AC4377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Tracer bullet: script text -&gt; hook suggestion -&gt; saved draft 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B1483-6808-4F03-942F-89E82B57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686A5-22AE-4800-A7E6-FCAB0702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Defer full AI integration until the workflow is proven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33062-DE83-4E39-8F6D-EF79E6B7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1915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becaf896d4dea"/>
          <a:stretch xmlns:a="http://schemas.openxmlformats.org/drawingml/2006/main"/>
        </p:blipFill>
        <p:spPr>
          <a:xfrm xmlns:a="http://schemas.openxmlformats.org/drawingml/2006/main">
            <a:off x="6381750" y="1188244"/>
            <a:ext cx="4953000" cy="2786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77049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32A91C-19D1-4E36-8221-431E7E17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3BF13-CE93-467C-89E2-20FB8CF9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B80CF-F56D-49CF-86E2-EB7D456D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20C87-0061-4B51-99CB-172C3EB4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8242ee9f724128"/>
          <a:stretch xmlns:a="http://schemas.openxmlformats.org/drawingml/2006/main"/>
        </p:blipFill>
        <p:spPr>
          <a:xfrm xmlns:a="http://schemas.openxmlformats.org/drawingml/2006/main">
            <a:off x="533400" y="982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54864-CC10-4AEB-8A9F-67A9F28C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AVAILABLE JUNE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FF7B1-F732-47A2-9ED8-957F7E5D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06 - Day 4 Feedback Loops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4B768-5CF5-40F5-B8EE-E7BEB11B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Generated code is cheap; trusted code still needs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F504B-12FB-4404-9D01-0BC7584C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0B482-919B-4568-A214-1C04D459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Build a reusable do-work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BC7C9-83AE-48ED-B629-00C8FDFE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75CAF-A0DF-4C47-93BF-CA3EB552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pre-commit for mechanical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C8914-958D-4BB5-AF31-C4784C8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A90307-BDCF-4767-BC93-DE36FDA0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Drive behavior with red-green-refactor</a:t>
            </a:r>
          </a:p>
        </p:txBody>
      </p:sp>
    </p:spTree>
    <p:extLst>
      <p:ext uri="{BB962C8B-B14F-4D97-AF65-F5344CB8AC3E}">
        <p14:creationId xmlns:p14="http://schemas.microsoft.com/office/powerpoint/2010/main" val="90287881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D2352-5CDF-4F36-828D-D5CBF2FA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CDB17-6C44-4A09-B2E7-D4E6760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BC8C5-41F9-45A7-9354-6FFF0E06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09B0F-7FE1-4447-8550-0D3CD228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COURSEFORGE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1A242-29E4-4695-B46C-EF9774F6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Feedback Example: Publishing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BB307-D1A1-4F62-A47E-FDEF3DC2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 lesson cannot move to recorded unless the latest script draft is approved.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BE69B-FAE8-49B8-B001-A41C6AC2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6675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5ecb4b05442cc"/>
          <a:stretch xmlns:a="http://schemas.openxmlformats.org/drawingml/2006/main"/>
        </p:blipFill>
        <p:spPr>
          <a:xfrm xmlns:a="http://schemas.openxmlformats.org/drawingml/2006/main">
            <a:off x="6477000" y="8364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CD7FC-92DF-4CE7-8288-11889F2A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262DE-F3F1-4A9A-9183-55BED9B8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Red: failing status-transition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3428D-0C6D-4502-9F76-2A997BF7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F715B-CAD5-4677-9C3B-4B2AA2CA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Green: minimal guard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5A86D-61FA-45ED-9FE7-9EAE60DB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18CEA-CC2F-4802-8A31-D7624871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Refactor: clearer status transition module</a:t>
            </a:r>
          </a:p>
        </p:txBody>
      </p:sp>
    </p:spTree>
    <p:extLst>
      <p:ext uri="{BB962C8B-B14F-4D97-AF65-F5344CB8AC3E}">
        <p14:creationId xmlns:p14="http://schemas.microsoft.com/office/powerpoint/2010/main" val="119342871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E4305-0B3F-4C5E-B675-6ADF4267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13446-73F7-4BED-8D98-0690BA3D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DA39F-B84C-4472-B83B-12CF385E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F930F-002B-4CDC-8803-1CD95886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13859e4d74b70"/>
          <a:stretch xmlns:a="http://schemas.openxmlformats.org/drawingml/2006/main"/>
        </p:blipFill>
        <p:spPr>
          <a:xfrm xmlns:a="http://schemas.openxmlformats.org/drawingml/2006/main">
            <a:off x="533400" y="982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3BDDD-1551-4A3A-B596-2DE9C03D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AVAILABLE JUNE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0AEEB-6577-4391-BF1E-57BB3B6C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07 - Day 5 AFK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4764A-A71A-4DED-8ACA-0B14493C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AFK work is safe only when the task envelope is stronger than the agent's improvisation.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2EFC5-8E87-499C-AE44-F3F50DBC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25886-39D1-4CB8-89BC-A899D904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Sandcastle and sandboxing reduce blast radius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7AAA7-A13B-4C2A-9ECB-C9C0875E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6D7F6-234F-49BA-AB50-87161E58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Backlogs queue agent-ready tasks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5CE44-1989-4258-ACE4-8B6BF6A9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5CB59-722F-422F-A770-96A33A2F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GitHub Issues make work traceable</a:t>
            </a:r>
          </a:p>
        </p:txBody>
      </p:sp>
    </p:spTree>
    <p:extLst>
      <p:ext uri="{BB962C8B-B14F-4D97-AF65-F5344CB8AC3E}">
        <p14:creationId xmlns:p14="http://schemas.microsoft.com/office/powerpoint/2010/main" val="122599999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E97BEC-540E-42FF-B4DB-0AB1EBE9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44139-3A4B-4EBE-B8CC-6EA24BBE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29498-EAF8-4699-B7CE-E18A2D0E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7D8FD-D944-46B5-962F-0767F34E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23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COURSEFORGE BACKLOG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D7C6C-8D79-4210-8FEF-65A8C76B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AFK Candidate Queue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FE767-FBCB-48CF-989A-735E2035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23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Unattended tasks should be boring, bounded, and verifiable.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F888E-6F95-415D-A0A3-4799BD91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295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17b51523f64cb9"/>
          <a:stretch xmlns:a="http://schemas.openxmlformats.org/drawingml/2006/main"/>
        </p:blipFill>
        <p:spPr>
          <a:xfrm xmlns:a="http://schemas.openxmlformats.org/drawingml/2006/main">
            <a:off x="7239000" y="1016794"/>
            <a:ext cx="3429000" cy="192881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A7E56-879E-4581-94A8-F198E230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33E25-DCD3-4281-9077-D705C6A1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Normalize empty-state copy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69F88-DF54-43F3-9C81-066DF630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1BB63-1EB3-4D33-A773-FBAC953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Generate issue drafts from accepted PRD phases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F6C5A-B90A-4FFB-90E4-A0E278A9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E755D-AB9E-4B42-9879-1FAC7302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Update docs after a feature lands</a:t>
            </a:r>
          </a:p>
        </p:txBody>
      </p:sp>
    </p:spTree>
    <p:extLst>
      <p:ext uri="{BB962C8B-B14F-4D97-AF65-F5344CB8AC3E}">
        <p14:creationId xmlns:p14="http://schemas.microsoft.com/office/powerpoint/2010/main" val="153453687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9B5D4F-03DE-4C1F-85F9-DD7E88AA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39FE4-7B3A-435F-8F1A-A36A93C9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F905E-021D-49C2-AACD-4C6F27C0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C800D-15D3-4BE6-B6FA-64CE5FE5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a74c5ede549eb"/>
          <a:stretch xmlns:a="http://schemas.openxmlformats.org/drawingml/2006/main"/>
        </p:blipFill>
        <p:spPr>
          <a:xfrm xmlns:a="http://schemas.openxmlformats.org/drawingml/2006/main">
            <a:off x="533400" y="982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A870C-7B8A-439A-821B-31EBD991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667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AVAILABLE JUNE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E2194-EDA8-4670-B3A1-D86640DC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08 - Day 6 HITL Patterns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ADA8F-5F0C-4CB2-8154-AE27B48F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Humans belong at decision boundaries; agents belong on bounded execution paths.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27AAAD-57C2-4C3D-880B-FEFB5A5D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DD79F-01C2-49B1-A043-BEC550B1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623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Classify HITL versus AFK 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F12AC-DAD9-44BD-AF27-E36F8C3E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88949-8D0D-43CC-9711-0935AE49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385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research and prototypes before committing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58509-7BA7-4A11-AA5E-B691DBB0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9A8A4-37D0-4E91-B4DD-62A237EC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Improve architecture for AI navigability</a:t>
            </a:r>
          </a:p>
        </p:txBody>
      </p:sp>
    </p:spTree>
    <p:extLst>
      <p:ext uri="{BB962C8B-B14F-4D97-AF65-F5344CB8AC3E}">
        <p14:creationId xmlns:p14="http://schemas.microsoft.com/office/powerpoint/2010/main" val="152726645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FA51F-DE42-4315-89EC-E60AF3C2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F4FED-B9DE-4967-B5A5-C50E194E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34903-A4B7-4E10-9738-0BCACCA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6B8B1-342A-41D9-8A3C-46F28EED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PROTOTYPE BEFORE 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C747E-C072-49EA-B773-39DFD602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HITL Example: Script Review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50274-27DB-492A-A8BC-7305E8E0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UI work benefits from concrete options before implementation.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3B51D-8212-4518-9056-95A121E7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E1C14-BDEC-4E35-BC8A-B02A3F85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Prototype script review screen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E25FB-495E-45A4-9649-24C16341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ED3AD-D1D8-40CF-8F2A-5A750542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Compare clarity, density, workflow speed, accessibility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71577-64AF-428E-B213-82BD971D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A81C4-97BA-4916-82DA-B974FF08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Decide keep, change, discard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0A96E-ABF1-420A-96B7-6B83F7AF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81915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e57eb0b154627"/>
          <a:stretch xmlns:a="http://schemas.openxmlformats.org/drawingml/2006/main"/>
        </p:blipFill>
        <p:spPr>
          <a:xfrm xmlns:a="http://schemas.openxmlformats.org/drawingml/2006/main">
            <a:off x="6381750" y="1188244"/>
            <a:ext cx="4953000" cy="2786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3671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D166F-E8A6-4C49-930B-1A375458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2F791-86C3-4DAD-823E-5E500A0A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D8AFC-5911-4D2D-8466-04348553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0874A-110D-4CDB-B130-10288363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953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83a265012429a"/>
          <a:stretch xmlns:a="http://schemas.openxmlformats.org/drawingml/2006/main"/>
        </p:blipFill>
        <p:spPr>
          <a:xfrm xmlns:a="http://schemas.openxmlformats.org/drawingml/2006/main">
            <a:off x="533400" y="1169194"/>
            <a:ext cx="4953000" cy="27860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66FD0-7DCF-4179-9CAC-831B9B06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66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END-TO-END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E393A1-67BD-4418-B494-98A1FC32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906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Capstone: Lesson Script Review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BA9C9-F87E-4C21-87C1-4F57E892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66900"/>
            <a:ext cx="4953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Students demonstrate the full workflow from task definition through handoff.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3E65F0-405E-4A08-ACB2-2A58C4BA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18543-4F87-4C67-91CB-7C6DBF27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Create and approve lesson script drafts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79511-F40B-482F-B881-1512ADC5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76A43-3F33-41AD-A2C1-595672C0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5285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Block recording until latest draft is approved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E5F38-0202-419A-A0D3-64AA6EA3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0158CF-0FF2-4E8E-9022-FC262ABC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tests and produce review-ready handoff</a:t>
            </a:r>
          </a:p>
        </p:txBody>
      </p:sp>
    </p:spTree>
    <p:extLst>
      <p:ext uri="{BB962C8B-B14F-4D97-AF65-F5344CB8AC3E}">
        <p14:creationId xmlns:p14="http://schemas.microsoft.com/office/powerpoint/2010/main" val="176281034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8F858E-2A62-425A-8DA3-7469A090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ED7DC-AC3F-4470-91C1-8BDC3E12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F9929-3440-470F-B06E-D16FB3CB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DA1A4-EC88-497F-A3EC-D93C8F27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23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PROOF OF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FFF0D-FB06-4DED-8A27-56AAB50C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Workbook Deliverables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9A306-7AD3-45BA-A136-45FFAFAC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23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course is complete when students can show artifacts, not just understanding.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759FF-092B-40E2-91FF-35261981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295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56599890a4017"/>
          <a:stretch xmlns:a="http://schemas.openxmlformats.org/drawingml/2006/main"/>
        </p:blipFill>
        <p:spPr>
          <a:xfrm xmlns:a="http://schemas.openxmlformats.org/drawingml/2006/main">
            <a:off x="7239000" y="1016794"/>
            <a:ext cx="3429000" cy="192881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AA441-7DCE-43E9-AC51-A31DA3F4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89092-3F8D-48B2-A14D-A6FE0CB5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artifact from each module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FF12A-6713-40D9-9753-B44ED74A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58F81-EB30-4945-83BA-60DE086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verified agent-assisted change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EA36D-3FE0-48A8-9347-4D8979A9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CFB9B8-F878-4205-BDAE-6A168C6E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bounded plan and one trusted AFK task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43BC34-5385-4102-BB5C-B86C04BE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4E4E8-8C77-4EC7-8B37-944FC3D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628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final capstone handoff</a:t>
            </a:r>
          </a:p>
        </p:txBody>
      </p:sp>
    </p:spTree>
    <p:extLst>
      <p:ext uri="{BB962C8B-B14F-4D97-AF65-F5344CB8AC3E}">
        <p14:creationId xmlns:p14="http://schemas.microsoft.com/office/powerpoint/2010/main" val="33874187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0540C-A324-424C-97F1-6A2D8114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A8E8F-8807-49F9-AF28-871A61D9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ABE6F-9CA8-40AD-AE67-F7FC6901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0D6A1-6FB8-4B96-9A28-0C5E2EB5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WHAT GOOD LOOKS LIKE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6D61C-C340-4CCF-BEF1-2FF7673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Assessment Rubric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CC43A-A185-4F30-9F74-98B5BB5A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Grade the workflow, not just the code.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547D2-C7FA-4966-AC45-6C53A949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66750"/>
            <a:ext cx="4476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c9e2ed17a49ca"/>
          <a:stretch xmlns:a="http://schemas.openxmlformats.org/drawingml/2006/main"/>
        </p:blipFill>
        <p:spPr>
          <a:xfrm xmlns:a="http://schemas.openxmlformats.org/drawingml/2006/main">
            <a:off x="6477000" y="836414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CA486-3E0D-4E47-BCC5-D5787327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99750-024D-4A31-B731-D17EF5E0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Task framing: goal, scope, acceptance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DECD9-83D2-4DB8-8F76-54735C2F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EFD53-2006-4BF7-8328-ADDAE0C7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Steering: repo instructions, workflows,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2D704-9BD8-4F34-8B9D-EB12B884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E52B5-29C1-4A5A-9C50-FFA3D496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Execution: small steps, review gates,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AC0C5C-69C0-4DBE-92AF-F59011D8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A1C03-BC32-4F3D-AFC4-44A39948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Handoff: files, decisions, risks, next steps</a:t>
            </a:r>
          </a:p>
        </p:txBody>
      </p:sp>
    </p:spTree>
    <p:extLst>
      <p:ext uri="{BB962C8B-B14F-4D97-AF65-F5344CB8AC3E}">
        <p14:creationId xmlns:p14="http://schemas.microsoft.com/office/powerpoint/2010/main" val="176951120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B6A2A3-9FF6-478F-9449-3F1B9C2D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5FDF9-C0F8-471F-A220-8BFE79CA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57900"/>
            <a:ext cx="1219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78885-EC2B-4A28-BE12-3895B5E3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6F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F6F1"/>
                </a:solidFill>
                <a:latin typeface="Aptos"/>
                <a:ea typeface="Aptos"/>
                <a:cs typeface="Aptos"/>
              </a:rPr>
              <a:t>AI Coding Course | CourseForge sample 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0FD06-2A0F-40B9-B3F5-839315E3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9c3db46d34a71"/>
          <a:stretch xmlns:a="http://schemas.openxmlformats.org/drawingml/2006/main"/>
        </p:blipFill>
        <p:spPr>
          <a:xfrm xmlns:a="http://schemas.openxmlformats.org/drawingml/2006/main">
            <a:off x="6096000" y="1062038"/>
            <a:ext cx="5334000" cy="3000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3E2B9-BBC1-4B19-9D2A-A0571193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7A5C"/>
                </a:solidFill>
                <a:latin typeface="Aptos"/>
                <a:ea typeface="Aptos"/>
                <a:cs typeface="Aptos"/>
              </a:rPr>
              <a:t>COURSE CLOSE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CDAFF-DCA5-442E-876C-E5621883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5143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Final Takeaway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1AAF0-B93E-4FCC-B376-D5D5776C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514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Choose the lightest workflow that controls the actual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F82CC-75CA-4FE5-A76B-91E9F2CC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AD434-81D4-4585-96ED-A0137F92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More autonomy requires stronger boundaries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D782C-81C3-4062-8F98-E04FA7C7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CE8B6-8859-410C-A403-CDD977FD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More ambiguity requires more human judgment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B5B7E-0BDF-41AA-A25A-E37C713D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DDBCD-F6C5-48C7-B862-7B02A37E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Every agent claim should connect to evidence</a:t>
            </a:r>
          </a:p>
        </p:txBody>
      </p:sp>
    </p:spTree>
    <p:extLst>
      <p:ext uri="{BB962C8B-B14F-4D97-AF65-F5344CB8AC3E}">
        <p14:creationId xmlns:p14="http://schemas.microsoft.com/office/powerpoint/2010/main" val="1560334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2026-05-26T19:53:57.3040000Z</dcterms:created>
  <dcterms:modified xsi:type="dcterms:W3CDTF">2026-05-26T19:53:57.3040000Z</dcterms:modified>
</coreProperties>
</file>